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e899eb0a1449c" /><Relationship Type="http://schemas.openxmlformats.org/officeDocument/2006/relationships/extended-properties" Target="/docProps/app.xml" Id="Rfd26ee669ce6406b" /><Relationship Type="http://schemas.openxmlformats.org/officeDocument/2006/relationships/officeDocument" Target="/ppt/presentation.xml" Id="R3784b8d5cd5d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27abedf6e4651"/>
  </p:sldMasterIdLst>
  <p:notesMasterIdLst>
    <p:notesMasterId xmlns:r="http://schemas.openxmlformats.org/officeDocument/2006/relationships" r:id="R4a8ac8eda7b542e6"/>
  </p:notesMasterIdLst>
  <p:sldIdLst>
    <p:sldId xmlns:r="http://schemas.openxmlformats.org/officeDocument/2006/relationships" id="256" r:id="R1e089d9648c440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c0e4c1dd5456c" /><Relationship Type="http://schemas.openxmlformats.org/officeDocument/2006/relationships/slideMaster" Target="/ppt/slideMasters/slideMaster1.xml" Id="Rf7127abedf6e4651" /><Relationship Type="http://schemas.openxmlformats.org/officeDocument/2006/relationships/notesMaster" Target="/ppt/notesMasters/notesMaster1.xml" Id="R4a8ac8eda7b542e6" /><Relationship Type="http://schemas.openxmlformats.org/officeDocument/2006/relationships/presProps" Target="/ppt/presProps.xml" Id="Ra8ca140e97a54f70" /><Relationship Type="http://schemas.openxmlformats.org/officeDocument/2006/relationships/tableStyles" Target="/ppt/tableStyles.xml" Id="Reb5f1fe7945f443c" /><Relationship Type="http://schemas.openxmlformats.org/officeDocument/2006/relationships/slide" Target="/ppt/slides/slide1.xml" Id="R1e089d9648c4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4586c0bc8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f6ec663d542d3" /><Relationship Type="http://schemas.openxmlformats.org/officeDocument/2006/relationships/notesMaster" Target="/ppt/notesMasters/notesMaster1.xml" Id="Rc00d0e34b835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Strategy 6 critique based on the implemented contextual-bandit survival pipeline. Technical clarification: Cox partial likelihood does not fully ignore censored patients; they contribute while present in risk sets, but it does not provide an individual full censored-data likelihood.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f6d004db64c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a6a306e554144" /><Relationship Type="http://schemas.openxmlformats.org/officeDocument/2006/relationships/slideLayout" Target="/ppt/slideLayouts/slideLayout1.xml" Id="Rc477e6bea61048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7e6bea61048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2345acbe0495c" /><Relationship Type="http://schemas.openxmlformats.org/officeDocument/2006/relationships/notesSlide" Target="/ppt/notesSlides/notesSlide1.xml" Id="R5a0bdfdec9bc4e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429A1-154B-46DB-BB59-32883DF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7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D27A-516F-4ABC-9AAA-91FC3301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Strategy 6: limitations of contextual-bandit survival 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E6C07-0388-4B64-932D-FB8C51C9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The policy and survival experts form a coupled, path-dependent optimization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ABC4A-4BB2-4150-8FD4-1B14922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3C3C9-A5DC-4D73-A9D2-E47811B6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rPr>
              <a:t>STATISTICAL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FBBF7-A803-4FEA-A8CD-A6D7EC00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430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rPr>
              <a:t>OPTIMIZATION AND DEPLOYMENT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E2F36-DFAA-4230-8FD6-2D50D8F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2511-7124-4A32-85D6-1611C6E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5907A-BA80-45D2-8E56-5A9C337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33575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Objective conflict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1F41B-8F47-4F1B-B2DC-C0DC137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Exploration rewards diversity while exploitation rewards current survival fit. Loss weights and temperature schedules can drive the learned policy.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58D4F-783F-4847-85B7-BAEB8107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2597D-D2B6-487D-881E-5DC411CC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A63CA-E151-4807-92F5-0885920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Incomplete censored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6C7D-D027-4E83-8B47-E88A679A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Cox partial likelihood uses censored patients only while they remain in risk sets. It provides no individual censored-data likelihood or baseline hazard.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5552E-765C-4430-94B5-BAFD2ED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81475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531CF-8550-4245-A26D-68EA7F3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10B9B-9F68-492F-A14F-1512D1ED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No performance guarantee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2C88B-92A9-48B9-A33E-E1C4FD9F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Personalized routing can underperform the strongest unimodal expert. Better training fit does not guarantee better out-of-sample concordance.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DF68C-2CAA-4C6C-A425-749405D4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685C0-8FAB-463E-B751-0F7A5B3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33575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Path-dependent 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B3E69-2DFC-4D7C-918A-55BCE03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76475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Policy and weighted experts inherit the previous iteration. Non-convex updates depend on initialization and do not yield a unique solution.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6CEC5-7864-4A56-81B4-C95B882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8FE10-A00E-406C-9870-E3C36A6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F0DAC-9D7F-43BE-B383-FC0A8D4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Self-reinforcing 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07C56-90FA-4A17-A4D0-057681D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Early routing errors alter expert weights. The altered experts then generate the risks used to train the next policy.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54108-8E95-4288-9729-EB93C5B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81475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5C025-113C-4713-AF7E-64F8F944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957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5574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3C365-1609-498C-A398-597A189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6725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Unstable hard decisions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49975-6BD4-4A02-9D5F-7054309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9625"/>
            <a:ext cx="445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27A"/>
                </a:solidFill>
                <a:latin typeface="Helvetica Neue"/>
                <a:ea typeface="Helvetica Neue"/>
                <a:cs typeface="Helvetica Neue"/>
              </a:rPr>
              <a:t>Near-tied softmax probabilities become discontinuous argmax actions. Small changes can switch experts and materially change pairwise rankings.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51449A-75A0-425D-81AD-DD06EF8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4D096-7C57-4B7A-A9D0-823609FA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959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B9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8B96B"/>
                </a:solidFill>
                <a:latin typeface="Helvetica Neue"/>
                <a:ea typeface="Helvetica Neue"/>
                <a:cs typeface="Helvetica Neue"/>
              </a:rPr>
              <a:t>Consequence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C31A3-6178-476C-8A30-3C0F8E64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57875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4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Strong average fusion can coexist with weak personalization, unstable assignments and high computational cost.</a:t>
            </a:r>
          </a:p>
        </p:txBody>
      </p:sp>
    </p:spTree>
    <p:extLst>
      <p:ext uri="{BB962C8B-B14F-4D97-AF65-F5344CB8AC3E}">
        <p14:creationId xmlns:p14="http://schemas.microsoft.com/office/powerpoint/2010/main" val="516257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2026-09-08T19:35:13.1630000Z</dcterms:created>
  <dcterms:modified xsi:type="dcterms:W3CDTF">2026-09-08T19:35:13.1630000Z</dcterms:modified>
</coreProperties>
</file>